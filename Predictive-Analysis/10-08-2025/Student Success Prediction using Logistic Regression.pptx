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9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9FED-0EF5-CC9D-6B27-30AE003BA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107BB-CB73-7359-9CB6-8F601907C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5C45A-58EA-BA94-34D7-6B42D391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FA401-9015-3447-EFEB-27DA381F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3AAE-C078-22E0-ED26-FCEC8B3A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35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6C75-C9BF-7F62-5B4D-01484F0F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1BA2D-8B5C-985A-6178-7579794E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1E62E-9976-B8FC-1AA8-90F0D6AF6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1C96A-851C-8FF5-62D0-82DAB3A7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8D568-A8BB-0228-899D-F130612C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9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3528-4149-0721-C00B-235EE371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B0C5C-A3F4-FB5E-BE4D-9D937EE14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E825D-F415-F2D6-02AA-B85AC237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352D1-E7CE-4E18-B570-D376F56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7342A-D0FD-D3C2-8C4F-B6766F9F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6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7842-1C8F-5DC6-67ED-E2747D98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52EA-5526-11D6-01AF-7B557C7F3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E0B61-F0D2-7DCF-3F83-8CF2A3E3B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3C340-9C3B-E85E-FDF1-59578296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A5020-8CA4-C5CC-BCA6-512D33F2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4F33D-7128-E375-7F30-C79147A5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37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6DD6-A378-B5B3-A523-C1376FEB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FEBE7-A7BD-6760-D4C3-5219CBBB1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E1A12-8E93-F6E4-9FC2-135EF4A98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4BCFD-1170-C297-9805-55B95B500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16E5A-C47F-DB48-06D6-E5B2B62E9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31F40-80AD-DE2C-5B60-E6FF8BA8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D390F-A9A6-F215-C5A4-0A449962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1D31D-7314-EE76-B8FE-3DD1A30E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9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6922-E3AA-73C9-FC76-B95D46FB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36C06-4678-72D4-B953-7B951561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6BFC2-4D2D-4168-FF15-0D34A354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FC229-D65B-2CA3-4A44-B92134C6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9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900F0-0E33-A593-F5ED-BB3BEC4E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94661-27BB-58F3-B0E6-7A2C8292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EB6CF-79F5-331D-6F00-7A1F7185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0D12-6CEE-77F8-0375-1B83DB5AC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563F-47F3-7BC6-B991-E813184F7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4EFD4-CD3F-1763-C67D-5451AD598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69C5C-ADA8-D6B2-13E2-6A7E5FC78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73E95-D57B-B674-D6B2-CC5AA8DB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159D4-F2D0-14C6-BA78-B07E03BF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98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4299-6326-22AC-C26E-2D46D6EE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B4960-CC0C-052B-1D7F-64726FD80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DB7A-EAB3-35A8-3F61-53A71CB08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B5373-21F2-58D2-690C-D1393F24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4FE57-0E4D-C34B-450D-19E27C38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4379F-64D2-B8C1-DA7F-D5A3136B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90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DC1D-4EFE-B19D-DCA7-9323DA0F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033B1-18A4-3E29-08B2-EB88A7E0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59CD1-0F44-BE27-62D6-D2E12A1C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4FA4-B076-53E4-5AFD-8E581447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00EFF-A8C0-C3EA-8A93-1ABFA684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19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81F68-C44B-588E-658B-7B0CE0DC7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2E341-9506-BC19-6B26-691EBEA2B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C6F41-CE8D-CA7F-CD85-2D5F8A40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81324-9FC7-6949-5F8F-E45FFAC0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CCE06-4D45-105A-3C7F-2F93DBEE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4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463CC-AB0C-E997-15FF-758F0302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4A488-8104-EEF3-57AA-5AA61209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A23D-E79E-B0E9-C19B-CC67FFDD3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ED1EC-30E0-4538-BF82-AD850743FA3F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2E726-85F6-7B3F-53B0-5A609CAC9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CBD9-BDB3-B9B4-F92C-1E6F0FF78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41A68-0911-4CE3-8943-E72172C40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8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1F928-0080-4139-4812-66784EC12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8" y="1"/>
            <a:ext cx="10653248" cy="678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68F378-5E7B-2C56-3997-852491127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3" y="180040"/>
            <a:ext cx="5954000" cy="5395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3431D-26C3-EFBA-CE93-3B46F8CD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50" y="1482066"/>
            <a:ext cx="5708374" cy="5221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390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6F943-AA75-7114-67AE-A3B2E8EB8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052" y="149419"/>
            <a:ext cx="6469309" cy="655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5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94D97C-A1D1-D45B-EAD5-D76596E6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" y="129210"/>
            <a:ext cx="11986591" cy="65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9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27FEDB-9611-3067-C8E8-3B4FE1A0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4" y="281597"/>
            <a:ext cx="11996530" cy="626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2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B2A89D-ADC2-8F2F-21AC-00D385709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8" y="129210"/>
            <a:ext cx="7282860" cy="2017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58B78-4AE0-6512-0F10-688BD1CDD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43" y="1226868"/>
            <a:ext cx="6548890" cy="5501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96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656B9-39DE-5454-2E86-4D5A2560A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6" y="735495"/>
            <a:ext cx="11721163" cy="54134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4599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CA378B-3A69-1F96-F5E3-C72F1282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429"/>
            <a:ext cx="12146887" cy="578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5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A39904-AF7D-3F9E-84FA-55C393C8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8" y="964096"/>
            <a:ext cx="11969533" cy="47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4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AD2E77-495C-DCBD-1235-0F1B122E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9208"/>
            <a:ext cx="12192000" cy="655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8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C5A7A9-C3AF-F286-0053-155A765D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90" y="1093304"/>
            <a:ext cx="9333220" cy="44626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6302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DE9EC-CDD4-D583-1B0C-97835F93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5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3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1B2BF-4BC6-8D85-0C48-2B7ABBB5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156" y="1013791"/>
            <a:ext cx="8316466" cy="4253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9189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 KUMAR NANDI</dc:creator>
  <cp:lastModifiedBy>SUDIP KUMAR NANDI</cp:lastModifiedBy>
  <cp:revision>2</cp:revision>
  <dcterms:created xsi:type="dcterms:W3CDTF">2025-01-30T04:58:26Z</dcterms:created>
  <dcterms:modified xsi:type="dcterms:W3CDTF">2025-01-30T05:28:40Z</dcterms:modified>
</cp:coreProperties>
</file>